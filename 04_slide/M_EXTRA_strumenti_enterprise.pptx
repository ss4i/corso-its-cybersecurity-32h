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Strumenti Enterprise (DevSecOps)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— Modulo Avanzato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Strumenti Enterprise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4-5 ore — SAST, DAST, SCA, SIEM, CI/CD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famiglia dei tool *AST</a:t>
            </a:r>
          </a:p>
          <a:p>
            <a:pPr lvl="0"/>
            <a:r>
              <a:rPr/>
              <a:t>SAST con Bandit, Semgrep, SonarQube</a:t>
            </a:r>
          </a:p>
          <a:p>
            <a:pPr lvl="0"/>
            <a:r>
              <a:rPr/>
              <a:t>SCA con pip-audit, Snyk</a:t>
            </a:r>
          </a:p>
          <a:p>
            <a:pPr lvl="0"/>
            <a:r>
              <a:rPr/>
              <a:t>DAST con OWASP ZAP, Burp</a:t>
            </a:r>
          </a:p>
          <a:p>
            <a:pPr lvl="0"/>
            <a:r>
              <a:rPr/>
              <a:t>Secrets scanning, Container security</a:t>
            </a:r>
          </a:p>
          <a:p>
            <a:pPr lvl="0"/>
            <a:r>
              <a:rPr/>
              <a:t>SIEM basics</a:t>
            </a:r>
          </a:p>
          <a:p>
            <a:pPr lvl="0"/>
            <a:r>
              <a:rPr/>
              <a:t>CI/CD security pipeline completa</a:t>
            </a:r>
          </a:p>
          <a:p>
            <a:pPr lvl="0"/>
            <a:r>
              <a:rPr/>
              <a:t>Cosa proporre il primo giorno in azienda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famiglia *AST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Acronimo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Significato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Static 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Code-time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Composition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Build-time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Run-time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Interactive 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Run-time interno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RASP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Runtime App Self-Protection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Run-time blocco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CSPM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Security Posture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Run-time cloud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DevSecOps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[Idea]──[Design]──[Code]──[Build]──[Deploy]──[Run]──[Monitor]
                    ▲       ▲         ▲        ▲       ▲
                  SAST    SCA       DAST    IAST     SIEM
                Secrets  SBOM      ZAP      RASP    Splunk
                Linter   Image</a:t>
            </a:r>
          </a:p>
          <a:p>
            <a:pPr lvl="0" indent="0" marL="1270000">
              <a:buNone/>
            </a:pPr>
            <a:r>
              <a:rPr sz="2000"/>
              <a:t>Maturo = security check </a:t>
            </a:r>
            <a:r>
              <a:rPr sz="2000" b="1"/>
              <a:t>a ogni fase</a:t>
            </a:r>
            <a:r>
              <a:rPr sz="2000"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SAST — Bandit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pip install bandit</a:t>
            </a:r>
            <a:br/>
            <a:r>
              <a:rPr>
                <a:latin typeface="Courier"/>
              </a:rPr>
              <a:t>bandit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my_project/</a:t>
            </a:r>
          </a:p>
          <a:p>
            <a:pPr lvl="0" indent="0" marL="0">
              <a:buNone/>
            </a:pPr>
            <a:r>
              <a:rPr/>
              <a:t>Output:</a:t>
            </a:r>
          </a:p>
          <a:p>
            <a:pPr lvl="0" indent="0">
              <a:buNone/>
            </a:pPr>
            <a:r>
              <a:rPr>
                <a:latin typeface="Courier"/>
              </a:rPr>
              <a:t>B608 hardcoded_sql_expressions Medium
  app.py:42  sql = f"SELECT * FROM u WHERE id={uid}"</a:t>
            </a:r>
          </a:p>
          <a:p>
            <a:pPr lvl="0" indent="0" marL="0">
              <a:buNone/>
            </a:pPr>
            <a:r>
              <a:rPr/>
              <a:t>~70 pattern Python. Falsi positivi normali.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SAST — Semgrep (multi-lang)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semgrep </a:t>
            </a:r>
            <a:r>
              <a:rPr>
                <a:solidFill>
                  <a:srgbClr val="7D9029"/>
                </a:solidFill>
                <a:latin typeface="Courier"/>
              </a:rPr>
              <a:t>--config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"p/python"</a:t>
            </a:r>
            <a:br/>
            <a:r>
              <a:rPr>
                <a:latin typeface="Courier"/>
              </a:rPr>
              <a:t>semgrep </a:t>
            </a:r>
            <a:r>
              <a:rPr>
                <a:solidFill>
                  <a:srgbClr val="7D9029"/>
                </a:solidFill>
                <a:latin typeface="Courier"/>
              </a:rPr>
              <a:t>--config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"p/owasp-top-ten"</a:t>
            </a:r>
            <a:br/>
            <a:r>
              <a:rPr>
                <a:latin typeface="Courier"/>
              </a:rPr>
              <a:t>semgrep </a:t>
            </a:r>
            <a:r>
              <a:rPr>
                <a:solidFill>
                  <a:srgbClr val="7D9029"/>
                </a:solidFill>
                <a:latin typeface="Courier"/>
              </a:rPr>
              <a:t>--config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"p/r2c-security-audit"</a:t>
            </a:r>
          </a:p>
          <a:p>
            <a:pPr lvl="0" indent="0" marL="0">
              <a:buNone/>
            </a:pPr>
            <a:r>
              <a:rPr/>
              <a:t>Regole </a:t>
            </a:r>
            <a:r>
              <a:rPr b="1"/>
              <a:t>leggibili</a:t>
            </a:r>
            <a:r>
              <a:rPr/>
              <a:t>, custom facili.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Semgrep — regola custom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rules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hardcoded-secret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pattern-either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pattern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SECRET_KEY = "..."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pattern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API_KEY = "..."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message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"Secret hardcoded"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languages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7D9029"/>
                </a:solidFill>
                <a:latin typeface="Courier"/>
              </a:rPr>
              <a:t>python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severity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ERROR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SAST — confronto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Semgrep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 + paid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SonarQube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 + paid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Snyk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Freemium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 su pubblico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 — pip-audit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pip-audit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</a:p>
          <a:p>
            <a:pPr lvl="0" indent="0">
              <a:buNone/>
            </a:pPr>
            <a:r>
              <a:rPr>
                <a:latin typeface="Courier"/>
              </a:rPr>
              <a:t>flask    2.0.0    GHSA-m2qf  → 2.2.5
pyyaml   5.1      GHSA-6757  → 5.4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 — Dependabot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.github/dependabot.yml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version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solidFill>
                  <a:srgbClr val="06287E"/>
                </a:solidFill>
                <a:latin typeface="Courier"/>
              </a:rPr>
              <a:t>updates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package-ecosystem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"pip"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directory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schedule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interval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"weekly"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PR automatiche per CVE in dipendenze.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SBOM — Software Bill of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Lista completa dipendenze (versioni, hash)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CycloneDX</a:t>
            </a:r>
            <a:br/>
            <a:r>
              <a:rPr>
                <a:latin typeface="Courier"/>
              </a:rPr>
              <a:t>pip install cyclonedx-bom</a:t>
            </a:r>
            <a:br/>
            <a:r>
              <a:rPr>
                <a:latin typeface="Courier"/>
              </a:rPr>
              <a:t>cyclonedx-py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sbom.json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Syft (multi-lingua)</a:t>
            </a:r>
            <a:br/>
            <a:r>
              <a:rPr>
                <a:latin typeface="Courier"/>
              </a:rPr>
              <a:t>syft my_project/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cyclonedx-json</a:t>
            </a:r>
          </a:p>
          <a:p>
            <a:pPr lvl="0" indent="0" marL="0">
              <a:buNone/>
            </a:pPr>
            <a:r>
              <a:rPr b="1"/>
              <a:t>Obbligatorio per CRA dal 2027.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DAST — OWASP ZAP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docker run owasp/zap2docker-stable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zap-baseline.py </a:t>
            </a:r>
            <a:r>
              <a:rPr>
                <a:solidFill>
                  <a:srgbClr val="7D9029"/>
                </a:solidFill>
                <a:latin typeface="Courier"/>
              </a:rPr>
              <a:t>-t</a:t>
            </a:r>
            <a:r>
              <a:rPr>
                <a:latin typeface="Courier"/>
              </a:rPr>
              <a:t> https://target.example.com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report.html</a:t>
            </a:r>
          </a:p>
          <a:p>
            <a:pPr lvl="0" indent="0" marL="0">
              <a:buNone/>
            </a:pPr>
            <a:r>
              <a:rPr/>
              <a:t>Standard gratuito DAST.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Burp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Community</a:t>
            </a:r>
            <a:r>
              <a:rPr/>
              <a:t> (free): manuale</a:t>
            </a:r>
          </a:p>
          <a:p>
            <a:pPr lvl="0"/>
            <a:r>
              <a:rPr b="1"/>
              <a:t>Pro</a:t>
            </a:r>
            <a:r>
              <a:rPr/>
              <a:t> (~$450/anno): scanner attivo, intruder</a:t>
            </a:r>
          </a:p>
          <a:p>
            <a:pPr lvl="0" indent="0" marL="0">
              <a:buNone/>
            </a:pPr>
            <a:r>
              <a:rPr/>
              <a:t>Standard pentester.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Secrets — gitleaks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gitleaks detect </a:t>
            </a:r>
            <a:r>
              <a:rPr>
                <a:solidFill>
                  <a:srgbClr val="7D9029"/>
                </a:solidFill>
                <a:latin typeface="Courier"/>
              </a:rPr>
              <a:t>--source</a:t>
            </a:r>
            <a:r>
              <a:rPr>
                <a:latin typeface="Courier"/>
              </a:rPr>
              <a:t> . </a:t>
            </a:r>
            <a:r>
              <a:rPr>
                <a:solidFill>
                  <a:srgbClr val="7D9029"/>
                </a:solidFill>
                <a:latin typeface="Courier"/>
              </a:rPr>
              <a:t>--report-format</a:t>
            </a:r>
            <a:r>
              <a:rPr>
                <a:latin typeface="Courier"/>
              </a:rPr>
              <a:t> json</a:t>
            </a:r>
          </a:p>
          <a:p>
            <a:pPr lvl="0" indent="0" marL="0">
              <a:buNone/>
            </a:pPr>
            <a:r>
              <a:rPr/>
              <a:t>Pre-commit hook: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repos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repo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https://github.com/gitleaks/gitleaks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hooks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[{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gitleaks</a:t>
            </a:r>
            <a:r>
              <a:rPr b="1">
                <a:solidFill>
                  <a:srgbClr val="007020"/>
                </a:solidFill>
                <a:latin typeface="Courier"/>
              </a:rPr>
              <a:t>}]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Secrets — TruffleHog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trufflehog git https://github.com/repo </a:t>
            </a:r>
            <a:r>
              <a:rPr>
                <a:solidFill>
                  <a:srgbClr val="7D9029"/>
                </a:solidFill>
                <a:latin typeface="Courier"/>
              </a:rPr>
              <a:t>--only-verified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--only-verified</a:t>
            </a:r>
            <a:r>
              <a:rPr/>
              <a:t>: chiama il provider per </a:t>
            </a:r>
            <a:r>
              <a:rPr b="1"/>
              <a:t>confermare</a:t>
            </a:r>
            <a:r>
              <a:rPr/>
              <a:t> secret valido. Riduce falsi positivi.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fare se hai committato un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Revoca subito</a:t>
            </a:r>
            <a:r>
              <a:rPr/>
              <a:t> la credenziale (genera nuova)</a:t>
            </a:r>
          </a:p>
          <a:p>
            <a:pPr lvl="0" indent="-342900" marL="342900">
              <a:buAutoNum type="arabicPeriod"/>
            </a:pPr>
            <a:r>
              <a:rPr/>
              <a:t>Cancella dal repo (BFG Repo-Cleaner)</a:t>
            </a:r>
          </a:p>
          <a:p>
            <a:pPr lvl="0" indent="-342900" marL="342900">
              <a:buAutoNum type="arabicPeriod"/>
            </a:pPr>
            <a:r>
              <a:rPr/>
              <a:t>Force push</a:t>
            </a:r>
          </a:p>
          <a:p>
            <a:pPr lvl="0" indent="-342900" marL="342900">
              <a:buAutoNum type="arabicPeriod"/>
            </a:pPr>
            <a:r>
              <a:rPr b="1"/>
              <a:t>NON pensare</a:t>
            </a:r>
            <a:r>
              <a:rPr/>
              <a:t> “ho cancellato il commit, ok”. Tutti i fork hanno ancora il secret.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Container — Trivy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trivy image nginx:latest</a:t>
            </a:r>
            <a:br/>
            <a:r>
              <a:rPr>
                <a:latin typeface="Courier"/>
              </a:rPr>
              <a:t>trivy image my-app:v1.0</a:t>
            </a:r>
            <a:br/>
            <a:r>
              <a:rPr>
                <a:latin typeface="Courier"/>
              </a:rPr>
              <a:t>trivy fs ./project</a:t>
            </a:r>
          </a:p>
          <a:p>
            <a:pPr lvl="0" indent="0" marL="0">
              <a:buNone/>
            </a:pPr>
            <a:r>
              <a:rPr/>
              <a:t>CVE in OS packages, dipendenze, Dockerfile misconfiguration.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Dockerfile linting — hadolint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hadolint Dockerfile</a:t>
            </a:r>
          </a:p>
          <a:p>
            <a:pPr lvl="0" indent="0" marL="0">
              <a:buNone/>
            </a:pPr>
            <a:r>
              <a:rPr/>
              <a:t>Trova: USER root, ADD invece di COPY, latest tag, apt-get senza pulizia.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Kubernetes security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fa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kube-bench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 Kubernetes Benchmark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kube-hunter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Pentest cluster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Runtime security in container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Polaris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practice K8s YAML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OPA/Gatekeeper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 as code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IaC scanning — Checkov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pip install checkov</a:t>
            </a:r>
            <a:br/>
            <a:r>
              <a:rPr>
                <a:latin typeface="Courier"/>
              </a:rPr>
              <a:t>checkov </a:t>
            </a:r>
            <a:r>
              <a:rPr>
                <a:solidFill>
                  <a:srgbClr val="7D9029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terraform/</a:t>
            </a:r>
            <a:br/>
            <a:r>
              <a:rPr>
                <a:latin typeface="Courier"/>
              </a:rPr>
              <a:t>checkov </a:t>
            </a:r>
            <a:r>
              <a:rPr>
                <a:solidFill>
                  <a:srgbClr val="7D9029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docker-compose.yml</a:t>
            </a:r>
          </a:p>
          <a:p>
            <a:pPr lvl="0" indent="0" marL="0">
              <a:buNone/>
            </a:pPr>
            <a:r>
              <a:rPr/>
              <a:t>~1000+ misconfigurazioni cloud (S3 pubblici, security group aperti).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SIEM — vendor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Tipo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Splunk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Commerciale leader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IBM QRadar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Microsoft Sentinel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Azure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Chronicle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petabyte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Elastic (ELK)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source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Wazuh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OSS XDR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Graylog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OSS più semplice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SIEM — cosa loghi (dev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Login OK/FAIL (IP, UA, MFA)</a:t>
            </a:r>
          </a:p>
          <a:p>
            <a:pPr lvl="0"/>
            <a:r>
              <a:rPr/>
              <a:t>Logout, password change</a:t>
            </a:r>
          </a:p>
          <a:p>
            <a:pPr lvl="0"/>
            <a:r>
              <a:rPr/>
              <a:t>Modifiche permessi/ruoli</a:t>
            </a:r>
          </a:p>
          <a:p>
            <a:pPr lvl="0"/>
            <a:r>
              <a:rPr/>
              <a:t>Accessi a risorse sensibili</a:t>
            </a:r>
          </a:p>
          <a:p>
            <a:pPr lvl="0"/>
            <a:r>
              <a:rPr/>
              <a:t>Errori 5xx con context</a:t>
            </a:r>
          </a:p>
          <a:p>
            <a:pPr lvl="0"/>
            <a:r>
              <a:rPr/>
              <a:t>Pattern 4xx (es. 100x 403 in 1 min)</a:t>
            </a:r>
          </a:p>
          <a:p>
            <a:pPr lvl="0" indent="0" marL="1270000">
              <a:buNone/>
            </a:pPr>
            <a:r>
              <a:rPr sz="2000"/>
              <a:t>Formato: </a:t>
            </a:r>
            <a:r>
              <a:rPr sz="2000" b="1"/>
              <a:t>JSON strutturato</a:t>
            </a:r>
            <a:r>
              <a:rPr sz="2000"/>
              <a:t> (ECS, OpenTelemetry).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SIEM — esempio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logger.info(</a:t>
            </a:r>
            <a:r>
              <a:rPr>
                <a:solidFill>
                  <a:srgbClr val="4070A0"/>
                </a:solidFill>
                <a:latin typeface="Courier"/>
              </a:rPr>
              <a:t>"login"</a:t>
            </a:r>
            <a:r>
              <a:rPr>
                <a:latin typeface="Courier"/>
              </a:rPr>
              <a:t>, extra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"event_type"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"auth.login.success"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"user_id"</a:t>
            </a:r>
            <a:r>
              <a:rPr>
                <a:latin typeface="Courier"/>
              </a:rPr>
              <a:t>: user.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"ip"</a:t>
            </a:r>
            <a:r>
              <a:rPr>
                <a:latin typeface="Courier"/>
              </a:rPr>
              <a:t>: request.remote_addr,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"user_agent"</a:t>
            </a:r>
            <a:r>
              <a:rPr>
                <a:latin typeface="Courier"/>
              </a:rPr>
              <a:t>: request.user_agent.string,</a:t>
            </a:r>
            <a:br/>
            <a:r>
              <a:rPr>
                <a:latin typeface="Courier"/>
              </a:rPr>
              <a:t>})</a:t>
            </a:r>
          </a:p>
          <a:p>
            <a:pPr lvl="0" indent="0" marL="0">
              <a:buNone/>
            </a:pPr>
            <a:r>
              <a:rPr/>
              <a:t>→ JSON → SIEM lo ingerisce e correla.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SIEM — casi d’uso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Brute force</a:t>
            </a:r>
            <a:r>
              <a:rPr/>
              <a:t>: 50 fail in 5 min stesso IP → alert</a:t>
            </a:r>
          </a:p>
          <a:p>
            <a:pPr lvl="0"/>
            <a:r>
              <a:rPr b="1"/>
              <a:t>Anomaly</a:t>
            </a:r>
            <a:r>
              <a:rPr/>
              <a:t>: Italia poi India in 5 min → alert</a:t>
            </a:r>
          </a:p>
          <a:p>
            <a:pPr lvl="0"/>
            <a:r>
              <a:rPr b="1"/>
              <a:t>Lateral movement</a:t>
            </a:r>
            <a:r>
              <a:rPr/>
              <a:t>: account su sistemi inusuali</a:t>
            </a:r>
          </a:p>
          <a:p>
            <a:pPr lvl="0"/>
            <a:r>
              <a:rPr b="1"/>
              <a:t>Exfiltration</a:t>
            </a:r>
            <a:r>
              <a:rPr/>
              <a:t>: download massivo file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CI/CD pipeline tipica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Commit
  ↓
Pre-commit (gitleaks, ruff)
  ↓
CI: SAST + SCA + Secrets + Test + Coverage + Build + Image scan + SBOM
  ↓
Staging deploy + DAST
  ↓
Approval
  ↓
Production deploy + SIEM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Actions — esempio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Bandit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run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bandit -r . -ll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pip-audit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run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pip-audit --strict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Gitleaks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uses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gitleaks/gitleaks-action@v2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Trivy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uses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aquasecurity/trivy-action@master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with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image-ref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myapp:${{ github.sha }}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severity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CRITICAL,HIGH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exit-code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Quality gates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Bloccante?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fail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Coverage &lt;80%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 (policy)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SAST Critical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SAST 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(issue)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 CVE Critical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Secrets trovati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Container Critical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DAST staging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(alert)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Signed commits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gpg </a:t>
            </a:r>
            <a:r>
              <a:rPr>
                <a:solidFill>
                  <a:srgbClr val="7D9029"/>
                </a:solidFill>
                <a:latin typeface="Courier"/>
              </a:rPr>
              <a:t>--gen-key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config </a:t>
            </a:r>
            <a:r>
              <a:rPr>
                <a:solidFill>
                  <a:srgbClr val="7D9029"/>
                </a:solidFill>
                <a:latin typeface="Courier"/>
              </a:rPr>
              <a:t>--global</a:t>
            </a:r>
            <a:r>
              <a:rPr>
                <a:latin typeface="Courier"/>
              </a:rPr>
              <a:t> user.signingkey YOUR_KEY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config </a:t>
            </a:r>
            <a:r>
              <a:rPr>
                <a:solidFill>
                  <a:srgbClr val="7D9029"/>
                </a:solidFill>
                <a:latin typeface="Courier"/>
              </a:rPr>
              <a:t>--global</a:t>
            </a:r>
            <a:r>
              <a:rPr>
                <a:latin typeface="Courier"/>
              </a:rPr>
              <a:t> commit.gpgsign true</a:t>
            </a:r>
          </a:p>
          <a:p>
            <a:pPr lvl="0" indent="0" marL="0">
              <a:buNone/>
            </a:pPr>
            <a:r>
              <a:rPr/>
              <a:t>Branch protection può richiedere “verified” commits.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Branch protection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Settings → Branches:</a:t>
            </a:r>
          </a:p>
          <a:p>
            <a:pPr lvl="0"/>
            <a:r>
              <a:rPr/>
              <a:t>☐ Require PR review (≥1)</a:t>
            </a:r>
          </a:p>
          <a:p>
            <a:pPr lvl="0"/>
            <a:r>
              <a:rPr/>
              <a:t>☐ Require status checks (security CI)</a:t>
            </a:r>
          </a:p>
          <a:p>
            <a:pPr lvl="0"/>
            <a:r>
              <a:rPr/>
              <a:t>☐ Require signed commits</a:t>
            </a:r>
          </a:p>
          <a:p>
            <a:pPr lvl="0"/>
            <a:r>
              <a:rPr/>
              <a:t>☐ Restrict push a main</a:t>
            </a:r>
          </a:p>
          <a:p>
            <a:pPr lvl="0"/>
            <a:r>
              <a:rPr/>
              <a:t>☐ Include administrators</a:t>
            </a:r>
          </a:p>
          <a:p>
            <a:pPr lvl="0" indent="0" marL="1270000">
              <a:buNone/>
            </a:pPr>
            <a:r>
              <a:rPr sz="2000"/>
              <a:t>Senza queste regole, security CI è </a:t>
            </a:r>
            <a:r>
              <a:rPr sz="2000" b="1"/>
              <a:t>opzionale</a:t>
            </a:r>
            <a:r>
              <a:rPr sz="2000"/>
              <a:t> = inutile.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proporre il primo giorno in azienda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 entri in azienda e </a:t>
            </a:r>
            <a:r>
              <a:rPr b="1"/>
              <a:t>non c’è nulla</a:t>
            </a:r>
            <a:r>
              <a:rPr/>
              <a:t>, ordine:</a:t>
            </a:r>
          </a:p>
          <a:p>
            <a:pPr lvl="0" indent="-342900" marL="342900">
              <a:buAutoNum type="arabicPeriod"/>
            </a:pPr>
            <a:r>
              <a:rPr b="1"/>
              <a:t>Pre-commit gitleaks</a:t>
            </a:r>
            <a:r>
              <a:rPr/>
              <a:t> (5 min, zero costo)</a:t>
            </a:r>
          </a:p>
          <a:p>
            <a:pPr lvl="0" indent="-342900" marL="342900">
              <a:buAutoNum type="arabicPeriod"/>
            </a:pPr>
            <a:r>
              <a:rPr b="1"/>
              <a:t>Dependabot</a:t>
            </a:r>
            <a:r>
              <a:rPr/>
              <a:t> o pip-audit in CI (10 min)</a:t>
            </a:r>
          </a:p>
          <a:p>
            <a:pPr lvl="0" indent="-342900" marL="342900">
              <a:buAutoNum type="arabicPeriod"/>
            </a:pPr>
            <a:r>
              <a:rPr b="1"/>
              <a:t>Bandit</a:t>
            </a:r>
            <a:r>
              <a:rPr/>
              <a:t> in CI (10 min)</a:t>
            </a:r>
          </a:p>
          <a:p>
            <a:pPr lvl="0" indent="-342900" marL="342900">
              <a:buAutoNum type="arabicPeriod"/>
            </a:pPr>
            <a:r>
              <a:rPr b="1"/>
              <a:t>Trivy</a:t>
            </a:r>
            <a:r>
              <a:rPr/>
              <a:t> in CI (10 min)</a:t>
            </a:r>
          </a:p>
          <a:p>
            <a:pPr lvl="0" indent="-342900" marL="342900">
              <a:buAutoNum type="arabicPeriod"/>
            </a:pPr>
            <a:r>
              <a:rPr b="1"/>
              <a:t>OWASP ZAP</a:t>
            </a:r>
            <a:r>
              <a:rPr/>
              <a:t> baseline in staging (30 min)</a:t>
            </a:r>
          </a:p>
          <a:p>
            <a:pPr lvl="0" indent="0" marL="0">
              <a:buNone/>
            </a:pPr>
            <a:r>
              <a:rPr/>
              <a:t>In una settimana hai DevSecOps pipeline decente a costo zero.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— pipeline minimal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 vulnerabile + 3 tool: - Bandit trova SQLi + hardcoded secret + debug - pip-audit trova CVE in flask 2.0 - gitleaks trova AWS key pattern</a:t>
            </a:r>
          </a:p>
          <a:p>
            <a:pPr lvl="0" indent="0" marL="0">
              <a:buNone/>
            </a:pPr>
            <a:r>
              <a:rPr/>
              <a:t>Esercizio: correggi tutti, rilancia, zero issue.</a:t>
            </a:r>
          </a:p>
          <a:p>
            <a:pPr lvl="0" indent="0" marL="1270000">
              <a:buNone/>
            </a:pPr>
            <a:r>
              <a:rPr sz="2000"/>
              <a:t>Codice in </a:t>
            </a:r>
            <a:r>
              <a:rPr sz="2000">
                <a:latin typeface="Courier"/>
              </a:rPr>
              <a:t>02_lab/M_EXTRA_devsecops_lab/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Tabella riassuntiva tool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Commerciale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Bandit, Semgrep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SonarQube, Snyk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pip-audit, Dependabot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Snyk, Mend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ZAP, Nikto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Burp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Secrets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gitleaks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GitGuardian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Container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Trivy, Grype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Snyk Container, Aqua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Checkov, tfsec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Snyk IaC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ELK, Wazuh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Splunk, QRadar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da conoscere ma non userai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Veracode, Checkmarx, Fortify (SAST enterprise pesanti)</a:t>
            </a:r>
          </a:p>
          <a:p>
            <a:pPr lvl="0"/>
            <a:r>
              <a:rPr/>
              <a:t>Splunk (tutti ne parlano, pochi lo configurano)</a:t>
            </a:r>
          </a:p>
          <a:p>
            <a:pPr lvl="0"/>
            <a:r>
              <a:rPr/>
              <a:t>Burp Pro (se diventi pentester)</a:t>
            </a:r>
          </a:p>
          <a:p>
            <a:pPr lvl="0" indent="0" marL="1270000">
              <a:buNone/>
            </a:pPr>
            <a:r>
              <a:rPr sz="2000"/>
              <a:t>Sapere che esistono = abbastanza per il colloquio.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OWASP DevSecOps Guideline</a:t>
            </a:r>
          </a:p>
          <a:p>
            <a:pPr lvl="0"/>
            <a:r>
              <a:rPr/>
              <a:t>CNCF Cloud Native Security Map</a:t>
            </a:r>
          </a:p>
          <a:p>
            <a:pPr lvl="0"/>
            <a:r>
              <a:rPr/>
              <a:t>NIST SSDF (Secure Software Development Framework)</a:t>
            </a:r>
          </a:p>
          <a:p>
            <a:pPr lvl="0"/>
            <a:r>
              <a:rPr/>
              <a:t>OWASP Vulnerable Dependency Cheat Sheet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Domande?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— Strumenti Enterprise (DevSecOps)</dc:title>
  <dc:creator>Ing. Alessandro Manneschi</dc:creator>
  <cp:keywords/>
  <dcterms:created xsi:type="dcterms:W3CDTF">2026-05-06T21:55:05Z</dcterms:created>
  <dcterms:modified xsi:type="dcterms:W3CDTF">2026-05-06T21:55:05Z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— Modulo Avanzato</vt:lpwstr>
  </property>
</Properties>
</file>