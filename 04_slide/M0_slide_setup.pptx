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 — Setup ambiente di lavoro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(32h)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 — Setup ambiente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 ore — 0,5h teoria + 1,5h lab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 del modulo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Avere Python 3.12 funzionante</a:t>
            </a:r>
          </a:p>
          <a:p>
            <a:pPr lvl="0"/>
            <a:r>
              <a:rPr/>
              <a:t>Saper aprire e usare il terminale</a:t>
            </a:r>
          </a:p>
          <a:p>
            <a:pPr lvl="0"/>
            <a:r>
              <a:rPr/>
              <a:t>VS Code con estensione Python</a:t>
            </a:r>
          </a:p>
          <a:p>
            <a:pPr lvl="0"/>
            <a:r>
              <a:rPr/>
              <a:t>Ambiente virtuale attivo</a:t>
            </a:r>
          </a:p>
          <a:p>
            <a:pPr lvl="0"/>
            <a:r>
              <a:rPr/>
              <a:t>Prima app Flask in browser</a:t>
            </a:r>
          </a:p>
          <a:p>
            <a:pPr lvl="0" indent="0" marL="1270000">
              <a:buNone/>
            </a:pPr>
            <a:r>
              <a:rPr sz="2000"/>
              <a:t>“Senza ambiente, niente sicurezza.”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installeremo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Python 3.12+</a:t>
            </a:r>
          </a:p>
          <a:p>
            <a:pPr lvl="0"/>
            <a:r>
              <a:rPr/>
              <a:t>Visual Studio Code</a:t>
            </a:r>
          </a:p>
          <a:p>
            <a:pPr lvl="0"/>
            <a:r>
              <a:rPr/>
              <a:t>Git (a casa)</a:t>
            </a:r>
          </a:p>
          <a:p>
            <a:pPr lvl="0"/>
            <a:r>
              <a:rPr/>
              <a:t>DB Browser for SQLite (a casa)</a:t>
            </a:r>
          </a:p>
          <a:p>
            <a:pPr lvl="0"/>
            <a:r>
              <a:rPr/>
              <a:t>Browser moderno (già lo hai)</a:t>
            </a:r>
          </a:p>
          <a:p>
            <a:pPr lvl="0" indent="0" marL="0">
              <a:buNone/>
            </a:pPr>
            <a:r>
              <a:rPr/>
              <a:t>Tutto </a:t>
            </a:r>
            <a:r>
              <a:rPr b="1"/>
              <a:t>gratuito</a:t>
            </a:r>
            <a:r>
              <a:rPr/>
              <a:t>, multipiattaforma.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Perché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Sintassi pulita (zero prerequisiti)</a:t>
            </a:r>
          </a:p>
          <a:p>
            <a:pPr lvl="0" indent="-342900" marL="342900">
              <a:buAutoNum type="arabicPeriod"/>
            </a:pPr>
            <a:r>
              <a:rPr/>
              <a:t>Standard nel mondo cybersecurity</a:t>
            </a:r>
          </a:p>
          <a:p>
            <a:pPr lvl="0" indent="-342900" marL="342900">
              <a:buAutoNum type="arabicPeriod"/>
            </a:pPr>
            <a:r>
              <a:rPr/>
              <a:t>Flask: framework minimal per BancaPiccola</a:t>
            </a:r>
          </a:p>
          <a:p>
            <a:pPr lvl="0" indent="0" marL="0">
              <a:buNone/>
            </a:pPr>
            <a:r>
              <a:rPr/>
              <a:t>I concetti di sicurezza sono </a:t>
            </a:r>
            <a:r>
              <a:rPr b="1"/>
              <a:t>universali</a:t>
            </a:r>
            <a:r>
              <a:rPr/>
              <a:t> — Python è solo lo strumento.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Python 3.12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python.org → Download Python 3.12.x</a:t>
            </a:r>
          </a:p>
          <a:p>
            <a:pPr lvl="0"/>
            <a:r>
              <a:rPr/>
              <a:t>⚠️ </a:t>
            </a:r>
            <a:r>
              <a:rPr b="1"/>
              <a:t>CRUCIALE su Windows</a:t>
            </a:r>
            <a:r>
              <a:rPr/>
              <a:t>: spunta </a:t>
            </a:r>
            <a:r>
              <a:rPr i="1"/>
              <a:t>“Add Python to PATH”</a:t>
            </a:r>
          </a:p>
          <a:p>
            <a:pPr lvl="0"/>
            <a:r>
              <a:rPr/>
              <a:t>Verifica: </a:t>
            </a:r>
            <a:r>
              <a:rPr>
                <a:latin typeface="Courier"/>
              </a:rPr>
              <a:t>python --version</a:t>
            </a:r>
            <a:r>
              <a:rPr/>
              <a:t> → deve dire </a:t>
            </a:r>
            <a:r>
              <a:rPr>
                <a:latin typeface="Courier"/>
              </a:rPr>
              <a:t>Python 3.12.x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code.visualstudio.com</a:t>
            </a:r>
          </a:p>
          <a:p>
            <a:pPr lvl="0"/>
            <a:r>
              <a:rPr/>
              <a:t>Estensioni: </a:t>
            </a:r>
            <a:r>
              <a:rPr b="1"/>
              <a:t>Python</a:t>
            </a:r>
            <a:r>
              <a:rPr/>
              <a:t> (Microsoft) + </a:t>
            </a:r>
            <a:r>
              <a:rPr b="1"/>
              <a:t>Pylance</a:t>
            </a:r>
          </a:p>
          <a:p>
            <a:pPr lvl="0"/>
            <a:r>
              <a:rPr/>
              <a:t>Niente altro per ora — KISS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terminale: comandi base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macOS/Linux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Cosa fa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cd ...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cd ...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Cambia cartella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Lista file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mkdir nome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mkdir nome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 cartella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python file.py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python3 file.py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Esegue script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hello.py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"Pronto per il corso ITS di cybersec."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Esecuzione: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hello.py</a:t>
            </a:r>
          </a:p>
          <a:p>
            <a:pPr lvl="0" indent="0" marL="0">
              <a:buNone/>
            </a:pPr>
            <a:r>
              <a:rPr/>
              <a:t>Se vedi il messaggio → 50% pronto.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Ambienti virtuali — </a:t>
            </a:r>
            <a:r>
              <a:rPr>
                <a:latin typeface="Courier"/>
              </a:rPr>
              <a:t>venv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Cartella isolata che contiene una copia di Python e le sue librerie. Pensa al “tuo studio di lavoro”: gli attrezzi non si mescolano con altri progetti.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Creazione e attivazione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python -m venv .venv</a:t>
            </a:r>
          </a:p>
          <a:p>
            <a:pPr lvl="0" indent="0" marL="0">
              <a:buNone/>
            </a:pPr>
            <a:r>
              <a:rPr/>
              <a:t>Attivazione: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Comando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Windows 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.\.venv\Scripts\Activate.ps1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macOS/Linux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source .venv/bin/activate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Verifica: nel prompt vedi </a:t>
            </a:r>
            <a:r>
              <a:rPr>
                <a:latin typeface="Courier"/>
              </a:rPr>
              <a:t>(.venv)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 PowerShell comune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File cannot be loaded — running scripts is disabled</a:t>
            </a:r>
          </a:p>
          <a:p>
            <a:pPr lvl="0" indent="0" marL="0">
              <a:buNone/>
            </a:pPr>
            <a:r>
              <a:rPr/>
              <a:t>Soluzione (una tantum):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Set-ExecutionPolicy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Scope CurrentUser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ExecutionPolicy RemoteSigned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 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flask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Flask</a:t>
            </a:r>
            <a:br/>
            <a:r>
              <a:rPr>
                <a:latin typeface="Courier"/>
              </a:rPr>
              <a:t>app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Flask(</a:t>
            </a:r>
            <a:r>
              <a:rPr>
                <a:solidFill>
                  <a:srgbClr val="19177C"/>
                </a:solidFill>
                <a:latin typeface="Courier"/>
              </a:rPr>
              <a:t>__name__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@app.route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home():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"&lt;h1&gt;Ciao, sono BancaPiccola.&lt;/h1&gt;"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__name__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"__main__"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app.run(debug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Avvio del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pip install flask
python hello_flask.py</a:t>
            </a:r>
          </a:p>
          <a:p>
            <a:pPr lvl="0" indent="0" marL="0">
              <a:buNone/>
            </a:pPr>
            <a:r>
              <a:rPr/>
              <a:t>Browser: http://127.0.0.1:5000</a:t>
            </a:r>
          </a:p>
          <a:p>
            <a:pPr lvl="0" indent="0" marL="0">
              <a:buNone/>
            </a:pPr>
            <a:r>
              <a:rPr/>
              <a:t>✅ Vedi il messaggio? </a:t>
            </a:r>
            <a:r>
              <a:rPr b="1"/>
              <a:t>100% pronto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Compito a casa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Installa Git → </a:t>
            </a:r>
            <a:r>
              <a:rPr>
                <a:latin typeface="Courier"/>
              </a:rPr>
              <a:t>git --version</a:t>
            </a:r>
          </a:p>
          <a:p>
            <a:pPr lvl="0" indent="-342900" marL="342900">
              <a:buAutoNum type="arabicPeriod"/>
            </a:pPr>
            <a:r>
              <a:rPr/>
              <a:t>Installa DB Browser for SQLite</a:t>
            </a:r>
          </a:p>
          <a:p>
            <a:pPr lvl="0" indent="-342900" marL="342900">
              <a:buAutoNum type="arabicPeriod"/>
            </a:pPr>
            <a:r>
              <a:rPr/>
              <a:t>Clone BancaPiccola: </a:t>
            </a:r>
            <a:r>
              <a:rPr>
                <a:latin typeface="Courier"/>
              </a:rPr>
              <a:t>git clone &lt;repo&gt;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cd BancaPiccola-vuln &amp;&amp; pip install -r requirements.txt &amp;&amp; python app.py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Routine quotidiana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cd cybersec-its
2. .\.venv\Scripts\Activate.ps1
3. code .</a:t>
            </a:r>
          </a:p>
          <a:p>
            <a:pPr lvl="0" indent="0" marL="0">
              <a:buNone/>
            </a:pPr>
            <a:r>
              <a:rPr/>
              <a:t>Sempre questi 3 passi all’inizio.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Verifica all’inizio di M1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☐ </a:t>
            </a:r>
            <a:r>
              <a:rPr>
                <a:latin typeface="Courier"/>
              </a:rPr>
              <a:t>python --version</a:t>
            </a:r>
            <a:r>
              <a:rPr/>
              <a:t> ✅</a:t>
            </a:r>
          </a:p>
          <a:p>
            <a:pPr lvl="0"/>
            <a:r>
              <a:rPr/>
              <a:t>☐ </a:t>
            </a:r>
            <a:r>
              <a:rPr>
                <a:latin typeface="Courier"/>
              </a:rPr>
              <a:t>(.venv)</a:t>
            </a:r>
            <a:r>
              <a:rPr/>
              <a:t> visibile ✅</a:t>
            </a:r>
          </a:p>
          <a:p>
            <a:pPr lvl="0"/>
            <a:r>
              <a:rPr/>
              <a:t>☐ Flask installato ✅</a:t>
            </a:r>
          </a:p>
          <a:p>
            <a:pPr lvl="0"/>
            <a:r>
              <a:rPr/>
              <a:t>☐ hello_flask.py funziona ✅</a:t>
            </a:r>
          </a:p>
          <a:p>
            <a:pPr lvl="0"/>
            <a:r>
              <a:rPr/>
              <a:t>☐ Browser vede 127.0.0.1:5000 ✅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Prossimo modulo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M1 — Fondamenti di Cybersecurity (4h)</a:t>
            </a:r>
          </a:p>
          <a:p>
            <a:pPr lvl="0" indent="0" marL="0">
              <a:buNone/>
            </a:pPr>
            <a:r>
              <a:rPr/>
              <a:t>Hai l’ambiente. Adesso parliamo davvero di sicurezza.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 — Setup ambiente di lavoro</dc:title>
  <dc:creator>Ing. Alessandro Manneschi</dc:creator>
  <cp:keywords/>
  <dcterms:created xsi:type="dcterms:W3CDTF">2026-05-06T20:45:23Z</dcterms:created>
  <dcterms:modified xsi:type="dcterms:W3CDTF">2026-05-06T20:45:23Z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(32h)</vt:lpwstr>
  </property>
</Properties>
</file>